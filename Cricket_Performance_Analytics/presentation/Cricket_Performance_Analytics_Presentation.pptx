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audience. Introduce the project as a full data-analytics case study of two PSL seasons using ball-by-ball data, covering the whole pipeline from cleaning to a live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motivation: ball-by-ball data is the richest level of granularity available. Point to the four KPI cards as a quick orientation to dataset scale before diving into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 plainly: lots of data, not enough decision-ready insight. Walk through the four-step objective flow at the bottom: clean, engineer, analyse, 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dataset grain (one row per ball) and the four logical field groups. Emphasize the two-season scope keeps the comparison focused and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key cleaning insight: most 'missing' values are actually meaningful placeholder categories (structural missingness), not data quality issues, and should never be dropped.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feature families engineered from raw balls: dot balls, boundaries, wickets, match-phase flags, run-type categories, and extras — each purpose-built for a later analysis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four stat cards as a fast headline summary before the detailed chart slides. Mention the right-skew of scoring and the year-on-year rise in aggression from 2020 to 2021.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Babar Azam's lead and what it means for batting-order design. Full chart set (all 20 visualizations) is available in the images/ folder and Section 8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Shaheen's strike-bowling role and how opponents might plan around him. Full chart set (all 20 visualizations) is available in the images/ folder and Section 8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boundary leaders with six-hitting specialists on the next slides. Full chart set (all 20 visualizations) is available in the images/ folder and Section 8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this is a different leaderboard than total runs — specialization matters. Full chart set (all 20 visualizations) is available in the images/ folder and Section 8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late-innings spike — set up the phase analysis slide next. Full chart set (all 20 visualizations) is available in the images/ folder and Section 8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team strategy: preserve wickets in the middle to attack at the death. Full chart set (all 20 visualizations) is available in the images/ folder and Section 8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justify dot-ball percentage as a coaching KPI. Full chart set (all 20 visualizations) is available in the images/ folder and Section 8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 that strike rotation, not just boundaries, drives most scoring. Full chart set (all 20 visualizations) is available in the images/ folder and Section 8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6 of the 20 total insights as headline takeaways. Mention the full list of 20 lives in the written report for anyone who wants the complete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6 of the 20 recommendations, chosen for broad relevance to coaching staff and analysts. Full list of 20 is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or describe the dashboard: five sidebar filters drive KPI cards and five tabs of charts. Emphasize it's a self-service tool for coaches and analysts, not just a static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reinforcing that this is a repeatable pipeline, not a one-off report — it can be re-run on future seasons with minimal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floor for questions. Be ready to discuss methodology choices (structural missing values, phase definitions) and any specific player/team/venue findings the audience wants to dig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640080"/>
            <a:ext cx="457200" cy="4572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Shape 1"/>
          <p:cNvSpPr/>
          <p:nvPr/>
        </p:nvSpPr>
        <p:spPr>
          <a:xfrm>
            <a:off x="11247120" y="1188720"/>
            <a:ext cx="228600" cy="22860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CRICKET PERFORMANCE ANALYTICS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 Super League (PSL) 2020-2021 — Ball-by-Ball Analysis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Analytics Capstone Project  •  Python · Pandas · Matplotlib · Seaborn · Streamlit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PSL Ball-by-Ball Data?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00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PSL is Pakistan's premier T20 franchise tournament, generating rich ball-by-ball data every season.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Ball-level granularity lets us study micro-patterns: pressure, momentum, and phase-wise strategy — not just final scores.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complete, reproducible analytics pipeline: cleaning → features → EDA → statistics → visuals → dashboard.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0" y="166420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15,164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0664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Analysed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09760" y="155448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09760" y="166420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0" y="2606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(2020-21)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0" y="32004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331012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40664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09760" y="320040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0" y="331012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6012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Deliveries to Decision-Ready Insight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Franchises, broadcasters and fans generate huge volumes of ball-by-ball data but lack tooling to turn it into decisions.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need to know which overs are most vulnerable; broadcasters need statistically grounded storylines.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engineer phase-aware features and deliver insights via a report, 20 visuals, and an interactive dashboard.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97764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4800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logs into an analysis-ready dataset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374904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397764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Features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4800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Phase, boundary &amp; wicket indicators per ball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74904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5080" y="397764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Visualise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4800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charts answering real business questions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15400" y="374904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0" y="3977640"/>
            <a:ext cx="274320" cy="2743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0" y="4800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exploration for stakeholders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PSL 2020-2021 Ball-by-Ball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one row = one delivery bowled in a PSL match.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raw columns: match context, participants, outcomes, and match results.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 to 2020 &amp; 2021 seasons for a focused, internally comparable analysis.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7315200" cy="18288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 Group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2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match_id, date, season, venue, inning, over, ball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batter, bowler, non_striker, fielder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batsman_runs, total_runs, extras_type, is_wicket, dismissal_kind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winner, win_by, match_type, player_of_match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4630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0" y="157276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15,164 x 26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321040" y="2423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x Raw Columns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29600" y="30175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0" y="3127248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Venues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32104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Pakistan &amp; UAE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player_of_match had genuine missing values (102 rows) — kept as NaN, not imputed.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player_dismissed, dismissal_kind, extras_type &amp; fielder use structural placeholders ('Not Out', 'No Extra') — these are valid categories, not missing data.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fully duplicated rows found; bowler names &amp; venue text standardised.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corrected: date → datetime, is_wicket → boolean, categorical fields cast for efficiency.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Deliveries into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184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dot_ball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Bowling pressure / control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150876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6184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/ six / boundary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0756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Attacking intent &amp; power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0358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wicket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" y="34930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wicket aggregation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30358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powerplay / middle / death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349300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Phase-based strategy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453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run_type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9103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outcome distribution per ball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4343400"/>
            <a:ext cx="5349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44531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is_extra / extra_runs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49103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bowler-conceded runs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6420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— Top Scorer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(Babar Azam)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66420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383280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 — Top Bowler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(Shaheen Shah Afridi)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66420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9.77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126480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Runs/Over in Death Overs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15544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66420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869680" y="2697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 That Are Dot Balls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0881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Run-scoring is heavily right-skewed: most balls are quiet, but boundaries drive most of the total.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accelerates through the innings, peaking sharply in the death overs.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saw more runs, wickets, and boundaries than 2020 — a trend toward more attacking cricket.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8 OF 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Run Scorers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Who scored the most runs across 2020-2021?</a:t>
            </a:r>
            <a:endParaRPr lang="en-US" sz="1300" dirty="0"/>
          </a:p>
        </p:txBody>
      </p:sp>
      <p:pic>
        <p:nvPicPr>
          <p:cNvPr id="5" name="Image 0" descr="/home/claude/Cricket_Performance_Analytics/images/01_top_run_scor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8442" y="1783080"/>
            <a:ext cx="5744637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Babar Azam led all batters with 1,027 runs — a franchise-defining anchor performance.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9 OF 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Wicket Takers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bowlers took the most wickets?</a:t>
            </a:r>
            <a:endParaRPr lang="en-US" sz="1300" dirty="0"/>
          </a:p>
        </p:txBody>
      </p:sp>
      <p:pic>
        <p:nvPicPr>
          <p:cNvPr id="5" name="Image 0" descr="/home/claude/Cricket_Performance_Analytics/images/02_top_wicket_tak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8442" y="1783080"/>
            <a:ext cx="5744637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Shaheen Shah Afridi topped the wicket charts, confirming elite strike-bowling impact.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10 OF 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Boundary Hitters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Who cleared the ropes most consistently?</a:t>
            </a:r>
            <a:endParaRPr lang="en-US" sz="1300" dirty="0"/>
          </a:p>
        </p:txBody>
      </p:sp>
      <p:pic>
        <p:nvPicPr>
          <p:cNvPr id="5" name="Image 0" descr="/home/claude/Cricket_Performance_Analytics/images/05_top_boundary_hit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8442" y="1783080"/>
            <a:ext cx="5744637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Babar Azam also led combined boundary count (4s+6s), showing balanced accumulation and power.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11 OF 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Six Hitters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Who is the tournament's premier six-hitter?</a:t>
            </a:r>
            <a:endParaRPr lang="en-US" sz="1300" dirty="0"/>
          </a:p>
        </p:txBody>
      </p:sp>
      <p:pic>
        <p:nvPicPr>
          <p:cNvPr id="5" name="Image 0" descr="/home/claude/Cricket_Performance_Analytics/images/06_top_six_hit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8442" y="1783080"/>
            <a:ext cx="5744637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Sharjeel Khan led in sixes specifically — a distinct power-hitting profile.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12 OF 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Runs per Over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How does scoring evolve across an innings?</a:t>
            </a:r>
            <a:endParaRPr lang="en-US" sz="1300" dirty="0"/>
          </a:p>
        </p:txBody>
      </p:sp>
      <p:pic>
        <p:nvPicPr>
          <p:cNvPr id="5" name="Image 0" descr="/home/claude/Cricket_Performance_Analytics/images/11_runs_per_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8442" y="1783080"/>
            <a:ext cx="5744637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rises steadily and spikes sharply in the final overs (16-20).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13 OF 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by Match Phase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phase contributes most to the total score?</a:t>
            </a:r>
            <a:endParaRPr lang="en-US" sz="1300" dirty="0"/>
          </a:p>
        </p:txBody>
      </p:sp>
      <p:pic>
        <p:nvPicPr>
          <p:cNvPr id="5" name="Image 0" descr="/home/claude/Cricket_Performance_Analytics/images/13_phase_ru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8442" y="1783080"/>
            <a:ext cx="5744637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and middle overs together generate the majority of runs scored.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14 OF 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How are key ball-level metrics related?</a:t>
            </a:r>
            <a:endParaRPr lang="en-US" sz="1300" dirty="0"/>
          </a:p>
        </p:txBody>
      </p:sp>
      <p:pic>
        <p:nvPicPr>
          <p:cNvPr id="5" name="Image 0" descr="/home/claude/Cricket_Performance_Analytics/images/15_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8442" y="1783080"/>
            <a:ext cx="5744637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balls are strongly negatively correlated with runs scored — a clean pressure signal.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15 OF 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Outcome Share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What share of deliveries produce each outcome?</a:t>
            </a:r>
            <a:endParaRPr lang="en-US" sz="1300" dirty="0"/>
          </a:p>
        </p:txBody>
      </p:sp>
      <p:pic>
        <p:nvPicPr>
          <p:cNvPr id="5" name="Image 0" descr="/home/claude/Cricket_Performance_Analytics/images/19_run_type_p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8442" y="1783080"/>
            <a:ext cx="5744637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7150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58064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runs and dot balls dominate; boundaries are rarer but high-impact.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(Selected)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08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Babar Azam &amp; Shaheen Shah Afridi were the standout individual performers across both seasons.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219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overs produce the highest run rate (9.77/over) — ~27% higher than the powerplay.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99232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3522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~34% of deliveries are dot balls — a clean, simple bowling-pressure metric.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12464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484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account for ~65% of dismissals — fielding quality matters as much as bowling.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425696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3616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 are the single largest category of extras conceded — a fixable discipline issue.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5138928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074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runs, wickets, sixes &amp; fours all rose from 2020 to 2021 — cricket got more attacking.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309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20 insights available in Section 10 of the written report.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 (Selected)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201168" cy="201168"/>
          </a:xfrm>
          <a:prstGeom prst="ellipse">
            <a:avLst/>
          </a:prstGeom>
          <a:solidFill>
            <a:srgbClr val="1F5C4C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08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the most economical bowler for overs 18-20, where matches are most often decided.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201168" cy="201168"/>
          </a:xfrm>
          <a:prstGeom prst="ellipse">
            <a:avLst/>
          </a:prstGeom>
          <a:solidFill>
            <a:srgbClr val="1F5C4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2199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dot-ball percentage as a standing bowling-economy KPI in training review.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999232"/>
            <a:ext cx="201168" cy="201168"/>
          </a:xfrm>
          <a:prstGeom prst="ellipse">
            <a:avLst/>
          </a:prstGeom>
          <a:solidFill>
            <a:srgbClr val="1F5C4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35224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fielding drills alongside bowling training — catches drive ~65% of wickets.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712464"/>
            <a:ext cx="201168" cy="201168"/>
          </a:xfrm>
          <a:prstGeom prst="ellipse">
            <a:avLst/>
          </a:prstGeom>
          <a:solidFill>
            <a:srgbClr val="1F5C4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484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player-specific phase splits (powerplay/middle/death) as standard scouting reports.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425696"/>
            <a:ext cx="201168" cy="201168"/>
          </a:xfrm>
          <a:prstGeom prst="ellipse">
            <a:avLst/>
          </a:prstGeom>
          <a:solidFill>
            <a:srgbClr val="1F5C4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36168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strike rotation as heavily as boundary-hitting, given its far higher frequency.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5138928"/>
            <a:ext cx="201168" cy="201168"/>
          </a:xfrm>
          <a:prstGeom prst="ellipse">
            <a:avLst/>
          </a:prstGeom>
          <a:solidFill>
            <a:srgbClr val="1F5C4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0749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pipeline every season to keep the dashboard and report current.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3093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20 recommendations available in Section 11 of the written report.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3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Streamlit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6751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filters: Season, Team, Batter, Bowler, Venue.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matches, runs, wickets, sixes, fours, run rate, dot-ball %, boundary %.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Tabbed views: Overview, Batting, Bowling, Venue &amp; Phase, and a downloadable Data Table.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interactive — filters recompute every chart and KPI in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13322B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237744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dashboard/app.py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Pandas, Matplotlib,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&amp; Streamlit.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refreshes instantly 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change — no reruns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analysis scripts needed.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Reusable Analytics Template for Every PSL Season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turned a raw ball-by-ball log into a structured analytics asset: cleaned data, engineered features, 20 visuals, statistics, and a live dashboard.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confirmed cricketing intuition with hard evidence — the death-overs surge, the pressure of dot balls, and the dominance of catches among dismissals.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is designed to be re-run on future PSL seasons with minimal changes.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311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1463040"/>
            <a:ext cx="822960" cy="82296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3931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Performance Analytics  |  PSL 2020-2021 Ball-by-Ball Dataset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Cricket Performance Analytics using PSL 2020-2021 Ball-by-Ball Dataset</dc:title>
  <dc:subject>PptxGenJS Presentation</dc:subject>
  <dc:creator>Cricket Performance Analytics Project</dc:creator>
  <cp:lastModifiedBy>Cricket Performance Analytics Project</cp:lastModifiedBy>
  <cp:revision>1</cp:revision>
  <dcterms:created xsi:type="dcterms:W3CDTF">2026-07-06T04:33:19Z</dcterms:created>
  <dcterms:modified xsi:type="dcterms:W3CDTF">2026-07-06T04:33:19Z</dcterms:modified>
</cp:coreProperties>
</file>